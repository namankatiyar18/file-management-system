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8T13:52:16.989"/>
    <p1510:client id="{23DC058D-180A-40DF-AB5B-9066860F0F68}" v="322" dt="2026-09-18T05:51:31.9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ita Katiyar" userId="32932b4ef57664c2" providerId="LiveId" clId="{3028F6FF-7C24-48BF-A1C6-55D1296E69CE}"/>
    <pc:docChg chg="undo custSel addSld delSld modSld sldOrd">
      <pc:chgData name="Rachita Katiyar" userId="32932b4ef57664c2" providerId="LiveId" clId="{3028F6FF-7C24-48BF-A1C6-55D1296E69CE}" dt="2026-09-18T05:51:31.983" v="408" actId="20577"/>
      <pc:docMkLst>
        <pc:docMk/>
      </pc:docMkLst>
      <pc:sldChg chg="modSp mod">
        <pc:chgData name="Rachita Katiyar" userId="32932b4ef57664c2" providerId="LiveId" clId="{3028F6FF-7C24-48BF-A1C6-55D1296E69CE}" dt="2026-09-17T17:41:20.828" v="362" actId="255"/>
        <pc:sldMkLst>
          <pc:docMk/>
          <pc:sldMk cId="0" sldId="256"/>
        </pc:sldMkLst>
        <pc:spChg chg="mod">
          <ac:chgData name="Rachita Katiyar" userId="32932b4ef57664c2" providerId="LiveId" clId="{3028F6FF-7C24-48BF-A1C6-55D1296E69CE}" dt="2026-09-17T17:41:20.828" v="362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40:35.062" v="361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3:44.984" v="105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Rachita Katiyar" userId="32932b4ef57664c2" providerId="LiveId" clId="{3028F6FF-7C24-48BF-A1C6-55D1296E69CE}" dt="2026-09-17T17:43:18.030" v="364" actId="255"/>
        <pc:sldMkLst>
          <pc:docMk/>
          <pc:sldMk cId="0" sldId="257"/>
        </pc:sldMkLst>
        <pc:spChg chg="mod">
          <ac:chgData name="Rachita Katiyar" userId="32932b4ef57664c2" providerId="LiveId" clId="{3028F6FF-7C24-48BF-A1C6-55D1296E69CE}" dt="2026-09-17T17:43:18.030" v="364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33:47.928" v="323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35:37.314" v="330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4:06.264" v="122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Rachita Katiyar" userId="32932b4ef57664c2" providerId="LiveId" clId="{3028F6FF-7C24-48BF-A1C6-55D1296E69CE}" dt="2026-09-17T17:43:40.031" v="368" actId="255"/>
        <pc:sldMkLst>
          <pc:docMk/>
          <pc:sldMk cId="0" sldId="258"/>
        </pc:sldMkLst>
        <pc:spChg chg="mod">
          <ac:chgData name="Rachita Katiyar" userId="32932b4ef57664c2" providerId="LiveId" clId="{3028F6FF-7C24-48BF-A1C6-55D1296E69CE}" dt="2026-09-17T17:43:40.031" v="368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36:44.429" v="337" actId="113"/>
          <ac:spMkLst>
            <pc:docMk/>
            <pc:sldMk cId="0" sldId="258"/>
            <ac:spMk id="4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37:33.977" v="344" actId="113"/>
          <ac:spMkLst>
            <pc:docMk/>
            <pc:sldMk cId="0" sldId="258"/>
            <ac:spMk id="5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4:26.926" v="141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del mod ord">
        <pc:chgData name="Rachita Katiyar" userId="32932b4ef57664c2" providerId="LiveId" clId="{3028F6FF-7C24-48BF-A1C6-55D1296E69CE}" dt="2026-09-17T17:42:37.872" v="363" actId="2696"/>
        <pc:sldMkLst>
          <pc:docMk/>
          <pc:sldMk cId="0" sldId="259"/>
        </pc:sldMkLst>
        <pc:spChg chg="mod">
          <ac:chgData name="Rachita Katiyar" userId="32932b4ef57664c2" providerId="LiveId" clId="{3028F6FF-7C24-48BF-A1C6-55D1296E69CE}" dt="2026-09-17T09:38:07.920" v="85" actId="20577"/>
          <ac:spMkLst>
            <pc:docMk/>
            <pc:sldMk cId="0" sldId="259"/>
            <ac:spMk id="8" creationId="{00000000-0000-0000-0000-000000000000}"/>
          </ac:spMkLst>
        </pc:spChg>
      </pc:sldChg>
      <pc:sldChg chg="addSp delSp modSp mod">
        <pc:chgData name="Rachita Katiyar" userId="32932b4ef57664c2" providerId="LiveId" clId="{3028F6FF-7C24-48BF-A1C6-55D1296E69CE}" dt="2026-09-17T17:43:53.329" v="369" actId="255"/>
        <pc:sldMkLst>
          <pc:docMk/>
          <pc:sldMk cId="0" sldId="260"/>
        </pc:sldMkLst>
        <pc:spChg chg="mod">
          <ac:chgData name="Rachita Katiyar" userId="32932b4ef57664c2" providerId="LiveId" clId="{3028F6FF-7C24-48BF-A1C6-55D1296E69CE}" dt="2026-09-17T17:43:53.329" v="369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09:37:23.718" v="46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09:37:02.743" v="44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09:37:15.109" v="45" actId="255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Rachita Katiyar" userId="32932b4ef57664c2" providerId="LiveId" clId="{3028F6FF-7C24-48BF-A1C6-55D1296E69CE}" dt="2026-09-17T09:37:49.668" v="68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">
        <pc:chgData name="Rachita Katiyar" userId="32932b4ef57664c2" providerId="LiveId" clId="{3028F6FF-7C24-48BF-A1C6-55D1296E69CE}" dt="2026-09-17T17:44:07.427" v="371" actId="255"/>
        <pc:sldMkLst>
          <pc:docMk/>
          <pc:sldMk cId="0" sldId="261"/>
        </pc:sldMkLst>
        <pc:spChg chg="mod">
          <ac:chgData name="Rachita Katiyar" userId="32932b4ef57664c2" providerId="LiveId" clId="{3028F6FF-7C24-48BF-A1C6-55D1296E69CE}" dt="2026-09-17T17:44:07.427" v="371" actId="255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30:05.778" v="320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9:54.175" v="319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4:45.316" v="161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Rachita Katiyar" userId="32932b4ef57664c2" providerId="LiveId" clId="{3028F6FF-7C24-48BF-A1C6-55D1296E69CE}" dt="2026-09-18T05:51:31.983" v="408" actId="20577"/>
        <pc:sldMkLst>
          <pc:docMk/>
          <pc:sldMk cId="0" sldId="262"/>
        </pc:sldMkLst>
        <pc:spChg chg="mod">
          <ac:chgData name="Rachita Katiyar" userId="32932b4ef57664c2" providerId="LiveId" clId="{3028F6FF-7C24-48BF-A1C6-55D1296E69CE}" dt="2026-09-17T09:35:26.174" v="41" actId="255"/>
          <ac:spMkLst>
            <pc:docMk/>
            <pc:sldMk cId="0" sldId="262"/>
            <ac:spMk id="2" creationId="{00000000-0000-0000-0000-000000000000}"/>
          </ac:spMkLst>
        </pc:spChg>
        <pc:spChg chg="mod">
          <ac:chgData name="Rachita Katiyar" userId="32932b4ef57664c2" providerId="LiveId" clId="{3028F6FF-7C24-48BF-A1C6-55D1296E69CE}" dt="2026-09-18T05:51:31.983" v="408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Rachita Katiyar" userId="32932b4ef57664c2" providerId="LiveId" clId="{3028F6FF-7C24-48BF-A1C6-55D1296E69CE}" dt="2026-09-17T17:25:53.774" v="218" actId="20577"/>
          <ac:spMkLst>
            <pc:docMk/>
            <pc:sldMk cId="0" sldId="262"/>
            <ac:spMk id="6" creationId="{00000000-0000-0000-0000-000000000000}"/>
          </ac:spMkLst>
        </pc:spChg>
      </pc:sldChg>
      <pc:sldChg chg="new del">
        <pc:chgData name="Rachita Katiyar" userId="32932b4ef57664c2" providerId="LiveId" clId="{3028F6FF-7C24-48BF-A1C6-55D1296E69CE}" dt="2026-09-17T09:39:30.608" v="87" actId="680"/>
        <pc:sldMkLst>
          <pc:docMk/>
          <pc:sldMk cId="3729795152" sldId="263"/>
        </pc:sldMkLst>
      </pc:sldChg>
    </pc:docChg>
  </pc:docChgLst>
  <pc:docChgLst>
    <pc:chgData name="Guest User" providerId="Windows Live" clId="Web-{00000000-0000-0000-0000-000000000000}"/>
    <pc:docChg chg="modSld">
      <pc:chgData name="Guest User" userId="" providerId="Windows Live" clId="Web-{00000000-0000-0000-0000-000000000000}" dt="2026-09-18T13:52:16.989" v="0" actId="1076"/>
      <pc:docMkLst>
        <pc:docMk/>
      </pc:docMkLst>
      <pc:sldChg chg="modSp">
        <pc:chgData name="Guest User" userId="" providerId="Windows Live" clId="Web-{00000000-0000-0000-0000-000000000000}" dt="2026-09-18T13:52:16.989" v="0" actId="1076"/>
        <pc:sldMkLst>
          <pc:docMk/>
          <pc:sldMk cId="0" sldId="256"/>
        </pc:sldMkLst>
        <pc:spChg chg="mod">
          <ac:chgData name="Guest User" userId="" providerId="Windows Live" clId="Web-{00000000-0000-0000-0000-000000000000}" dt="2026-09-18T13:52:16.989" v="0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990080" y="-1371600"/>
            <a:ext cx="6400800" cy="6400800"/>
          </a:xfrm>
          <a:prstGeom prst="ellipse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731520"/>
            <a:ext cx="1097280" cy="10972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3600"/>
              <a:t>FQ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A1A2E"/>
                </a:solidFill>
              </a:defRPr>
            </a:pPr>
            <a:r>
              <a:t>FILEQUH</a:t>
            </a:r>
          </a:p>
          <a:p>
            <a:pPr algn="l">
              <a:defRPr sz="2800" b="0">
                <a:solidFill>
                  <a:srgbClr val="007BFF"/>
                </a:solidFill>
              </a:defRPr>
            </a:pPr>
            <a:r>
              <a:t>Smart File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buChar char="▸"/>
            </a:pPr>
            <a:r>
              <a:rPr b="1">
                <a:solidFill>
                  <a:srgbClr val="1A1A2E"/>
                </a:solidFill>
              </a:rPr>
              <a:t>  Problem Statement Title:  </a:t>
            </a:r>
            <a:r>
              <a:rPr err="1">
                <a:solidFill>
                  <a:srgbClr val="4A4A5A"/>
                </a:solidFill>
              </a:rPr>
              <a:t>Filequh</a:t>
            </a:r>
            <a:r>
              <a:rPr>
                <a:solidFill>
                  <a:srgbClr val="4A4A5A"/>
                </a:solidFill>
              </a:rPr>
              <a:t> — A File Management System</a:t>
            </a:r>
          </a:p>
          <a:p>
            <a:pPr>
              <a:spcBef>
                <a:spcPts val="1000"/>
              </a:spcBef>
              <a:spcAft>
                <a:spcPts val="400"/>
              </a:spcAft>
              <a:buChar char="▸"/>
            </a:pPr>
            <a:r>
              <a:rPr b="1">
                <a:solidFill>
                  <a:srgbClr val="1A1A2E"/>
                </a:solidFill>
              </a:rPr>
              <a:t>  Theme:  </a:t>
            </a:r>
            <a:r>
              <a:rPr>
                <a:solidFill>
                  <a:srgbClr val="4A4A5A"/>
                </a:solidFill>
              </a:rPr>
              <a:t>Digital Solutions &amp; Productivity Tools</a:t>
            </a:r>
          </a:p>
          <a:p>
            <a:pPr>
              <a:spcBef>
                <a:spcPts val="1000"/>
              </a:spcBef>
              <a:spcAft>
                <a:spcPts val="400"/>
              </a:spcAft>
              <a:buChar char="▸"/>
            </a:pPr>
            <a:r>
              <a:rPr b="1">
                <a:solidFill>
                  <a:srgbClr val="1A1A2E"/>
                </a:solidFill>
              </a:rPr>
              <a:t>  PS Category:  </a:t>
            </a:r>
            <a:r>
              <a:rPr>
                <a:solidFill>
                  <a:srgbClr val="4A4A5A"/>
                </a:solidFill>
              </a:rPr>
              <a:t>Software</a:t>
            </a:r>
          </a:p>
          <a:p>
            <a:pPr>
              <a:spcBef>
                <a:spcPts val="1000"/>
              </a:spcBef>
              <a:spcAft>
                <a:spcPts val="400"/>
              </a:spcAft>
              <a:buChar char="▸"/>
            </a:pPr>
            <a:r>
              <a:rPr b="1">
                <a:solidFill>
                  <a:srgbClr val="1A1A2E"/>
                </a:solidFill>
              </a:rPr>
              <a:t>  Team Name:  </a:t>
            </a:r>
            <a:r>
              <a:rPr>
                <a:solidFill>
                  <a:srgbClr val="4A4A5A"/>
                </a:solidFill>
              </a:rPr>
              <a:t>Team </a:t>
            </a:r>
            <a:r>
              <a:rPr err="1">
                <a:solidFill>
                  <a:srgbClr val="4A4A5A"/>
                </a:solidFill>
              </a:rPr>
              <a:t>Filequh</a:t>
            </a:r>
            <a:endParaRPr>
              <a:solidFill>
                <a:srgbClr val="4A4A5A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6631" y="6510528"/>
            <a:ext cx="25282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1600"/>
              <a:t>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7BFF"/>
                </a:solidFill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9388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 u="sng">
                <a:solidFill>
                  <a:srgbClr val="1A1A2E"/>
                </a:solidFill>
              </a:defRPr>
            </a:pPr>
            <a:r>
              <a:rPr sz="2800"/>
              <a:t>→ Proposed Solution (</a:t>
            </a:r>
            <a:r>
              <a:rPr sz="2800" err="1"/>
              <a:t>Filequh</a:t>
            </a:r>
            <a:r>
              <a:rPr sz="2800"/>
              <a:t> — Smart File Management System)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114800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err="1"/>
              <a:t>Filequh</a:t>
            </a:r>
            <a:r>
              <a:t> is a modern, web-based file management system that provides an intuitive Samsung My Files-style interface for organizing, uploading, and managing digital files including photos, videos, documents, and audio.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t>It addresses the problem of cluttered, hard-to-navigate file storage by offering smart categorization (Images, Videos, Audio, Documents, Downloads), instant search with direct navigation, and a clean dual-theme UI (White &amp; Black modes).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sz="2000" b="1"/>
              <a:t>Innovation:</a:t>
            </a:r>
            <a:r>
              <a:t> Unlike traditional file managers, </a:t>
            </a:r>
            <a:r>
              <a:rPr err="1"/>
              <a:t>Filequh</a:t>
            </a:r>
            <a:r>
              <a:t> runs entirely in the browser with a Next.js 16 + SQLite backend, supports drag-and-drop uploads up to 500MB, provides real-time storage analytics, and offers a responsive mobile-first design with Samsung-inspired visual categories.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sz="2000" b="1"/>
              <a:t>Unique Features: </a:t>
            </a:r>
            <a:r>
              <a:t>1-click demo login for judges, dual UI theme selector (⚪ White / ⚫ Black), smart search autocomplete, breadcrumb navigation, and category-based gallery views for media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6631" y="6510528"/>
            <a:ext cx="25282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1600"/>
              <a:t>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</a:defRPr>
            </a:pPr>
            <a:r>
              <a:t>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F0F7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400" b="1">
                <a:solidFill>
                  <a:srgbClr val="4A4A5A"/>
                </a:solidFill>
              </a:defRPr>
            </a:pPr>
            <a:r>
              <a:rPr sz="2000"/>
              <a:t>Frontend: Next.js 16 (React 19) + TypeScript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Styling: </a:t>
            </a:r>
            <a:r>
              <a:t>Tailwind CSS v4 with custom themes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Backend:</a:t>
            </a:r>
            <a:r>
              <a:t> Next.js API Routes (App Router)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Database:</a:t>
            </a:r>
            <a:r>
              <a:t> SQLite via better-sqlite3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File Storage:</a:t>
            </a:r>
            <a:r>
              <a:t> Local disk (uploads/ directory)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Auth: </a:t>
            </a:r>
            <a:r>
              <a:t>Cookie-based session management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State:</a:t>
            </a:r>
            <a:r>
              <a:t> React hooks + Context API (</a:t>
            </a:r>
            <a:r>
              <a:rPr err="1"/>
              <a:t>ThemeProvider</a:t>
            </a:r>
            <a:r>
              <a:t>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Build:</a:t>
            </a:r>
            <a:r>
              <a:t> </a:t>
            </a:r>
            <a:r>
              <a:rPr err="1"/>
              <a:t>Turbopack</a:t>
            </a:r>
            <a:r>
              <a:t> for fast HMR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F0F7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400" b="1">
                <a:solidFill>
                  <a:srgbClr val="4A4A5A"/>
                </a:solidFill>
              </a:defRPr>
            </a:pPr>
            <a:r>
              <a:rPr sz="2000"/>
              <a:t>Client-Server Architecture: Browser ↔ API ↔ SQLite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RESTful API:</a:t>
            </a:r>
            <a:r>
              <a:t> CRUD for files, folders, search, auth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Component-Based UI: </a:t>
            </a:r>
            <a:r>
              <a:t>Modular React components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Theme System: </a:t>
            </a:r>
            <a:r>
              <a:t>CSS variables + class-based dark mode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File Pipeline: </a:t>
            </a:r>
            <a:r>
              <a:t>Upload → Validate → Save → Index in DB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Search:</a:t>
            </a:r>
            <a:r>
              <a:t> Fuzzy matching across files &amp; folders with instant results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Responsive Design: </a:t>
            </a:r>
            <a:r>
              <a:t>Mobile-first with adaptive layouts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4A4A5A"/>
                </a:solidFill>
              </a:defRPr>
            </a:pPr>
            <a:r>
              <a:rPr b="1"/>
              <a:t>Category Engine: </a:t>
            </a:r>
            <a:r>
              <a:t>Auto-classify by MIME type / extension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16631" y="6510528"/>
            <a:ext cx="252825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1600"/>
              <a:t>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IMPACT AND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754880"/>
          </a:xfrm>
          <a:prstGeom prst="roundRect">
            <a:avLst/>
          </a:prstGeom>
          <a:solidFill>
            <a:srgbClr val="EEF5FF"/>
          </a:solidFill>
          <a:ln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300" b="1">
                <a:solidFill>
                  <a:srgbClr val="4A4A5A"/>
                </a:solidFill>
              </a:defRPr>
            </a:pPr>
            <a:r>
              <a:rPr sz="1600"/>
              <a:t>Students &amp; Professionals: Organize academic/work files effortlessly with smart categorization instead of manual sorting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Content Creators: Gallery-style views for images &amp; videos make it easy to browse and manage media libraries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Small Businesses: Self-hosted solution means full data ownership — no monthly cloud subscription fees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Accessibility: Dual theme (White/Black UI) improves accessibility for users with visual preferences or in different lighting conditions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Mobile Users: Responsive Samsung-style interface works seamlessly on phones and tablets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4754880"/>
          </a:xfrm>
          <a:prstGeom prst="roundRect">
            <a:avLst/>
          </a:prstGeom>
          <a:solidFill>
            <a:srgbClr val="EEF5FF"/>
          </a:solidFill>
          <a:ln>
            <a:solidFill>
              <a:srgbClr val="CCD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300" b="1">
                <a:solidFill>
                  <a:srgbClr val="4A4A5A"/>
                </a:solidFill>
              </a:defRPr>
            </a:pPr>
            <a:r>
              <a:rPr sz="1600"/>
              <a:t>🌐 Social: Open-source, self-hostable — promotes digital literacy and data privacy awareness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💰 Economic: Zero-cost alternative to paid cloud storage (Google Drive, Dropbox); reduces SaaS spending for individuals/small teams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🌱 Environmental: Local-first approach reduces data center energy consumption compared to always-online cloud sync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🔒 Privacy: Files stay on the user's own hardware — no third-party data mining or surveillance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⚡ Productivity: Smart search + auto-categorization saves 30-60 minutes/week of manual file organization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69857" y="6510528"/>
            <a:ext cx="244009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 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1600"/>
              <a:t>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RESEARCH AND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F8FAFF"/>
          </a:solidFill>
          <a:ln>
            <a:solidFill>
              <a:srgbClr val="DD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300" b="1">
                <a:solidFill>
                  <a:srgbClr val="4A4A5A"/>
                </a:solidFill>
              </a:defRPr>
            </a:pPr>
            <a:r>
              <a:rPr sz="2000"/>
              <a:t>Next.js 16 Documentation — https://nextjs.org/docs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React 19 Official Docs — https://react.dev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Tailwind CSS v4 — https://tailwindcss.com/docs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better-sqlite3 (SQLite for Node.js) — https://github.com/WiseLibs/better-sqlite3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TypeScript Handbook — https://www.typescriptlang.org/docs</a:t>
            </a:r>
          </a:p>
          <a:p>
            <a:pPr>
              <a:spcBef>
                <a:spcPts val="1200"/>
              </a:spcBef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007BFF"/>
                </a:solidFill>
              </a:defRPr>
            </a:pPr>
            <a:r>
              <a:rPr sz="2000"/>
              <a:t>Design &amp; UX Research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Samsung My Files app — UI/UX reference for category-based file browsing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Material Design 3 Guidelines — https://m3.material.io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Dark Mode Best Practices — https://web.dev/prefers-color-scheme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>
                <a:solidFill>
                  <a:srgbClr val="4A4A5A"/>
                </a:solidFill>
              </a:defRPr>
            </a:pPr>
            <a:r>
              <a:t>Web File API (MDN) — https://developer.mozilla.org/en-US/docs/Web/API/File_API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5140" y="6510528"/>
            <a:ext cx="241123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276088" y="1371600"/>
            <a:ext cx="1645920" cy="16459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rPr sz="6600"/>
              <a:t>FQ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0824" y="4297680"/>
            <a:ext cx="8534095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2400">
                <a:solidFill>
                  <a:srgbClr val="00A3FF"/>
                </a:solidFill>
              </a:defRPr>
            </a:pPr>
            <a:r>
              <a:rPr err="1"/>
              <a:t>File</a:t>
            </a:r>
            <a:r>
              <a:rPr lang="en-US" err="1"/>
              <a:t>q</a:t>
            </a:r>
            <a:r>
              <a:rPr err="1"/>
              <a:t>uh</a:t>
            </a:r>
            <a:r>
              <a:t> — Smart File Management System</a:t>
            </a:r>
          </a:p>
          <a:p>
            <a:pPr algn="ctr">
              <a:spcAft>
                <a:spcPts val="1000"/>
              </a:spcAft>
              <a:defRPr sz="1400">
                <a:solidFill>
                  <a:srgbClr val="99AACC"/>
                </a:solidFill>
              </a:defRPr>
            </a:pPr>
            <a:r>
              <a:t>Built with Next.js 16  •  TypeScript  •  Tailwind CSS v4  •  SQLite</a:t>
            </a:r>
          </a:p>
          <a:p>
            <a:pPr algn="ctr">
              <a:defRPr sz="1400">
                <a:solidFill>
                  <a:srgbClr val="99AACC"/>
                </a:solidFill>
              </a:defRPr>
            </a:pPr>
            <a:r>
              <a:rPr lang="en-US"/>
              <a:t>   </a:t>
            </a:r>
            <a:r>
              <a:t>Team </a:t>
            </a:r>
            <a:r>
              <a:rPr err="1"/>
              <a:t>File</a:t>
            </a:r>
            <a:r>
              <a:rPr lang="en-US" err="1"/>
              <a:t>q</a:t>
            </a:r>
            <a:r>
              <a:rPr err="1"/>
              <a:t>uh</a:t>
            </a:r>
            <a:r>
              <a:t>  |  </a:t>
            </a:r>
            <a:r>
              <a:rPr lang="en-US"/>
              <a:t>NAMAN KATIYAR, LAL BAHADUR, PRIYESH, SHIVAM, SHUKHDEV.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16008" y="6510528"/>
            <a:ext cx="41649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FFFFF"/>
                </a:solidFill>
              </a:defRPr>
            </a:pPr>
            <a:r>
              <a:rPr err="1"/>
              <a:t>Filequh</a:t>
            </a:r>
            <a:r>
              <a:t> — Smart File Management System  |  </a:t>
            </a:r>
            <a:r>
              <a:rPr lang="en-US"/>
              <a:t>PPT &amp; Project by NK</a:t>
            </a:r>
            <a:r>
              <a:t> </a:t>
            </a:r>
            <a:r>
              <a:rPr lang="en-US"/>
              <a:t> and 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2026-09-18T13:52:17Z</dcterms:modified>
  <cp:category/>
</cp:coreProperties>
</file>